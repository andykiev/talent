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27336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3108960" cy="3108960"/>
          </a:xfrm>
          <a:prstGeom prst="ellipse">
            <a:avLst/>
          </a:prstGeom>
          <a:solidFill>
            <a:srgbClr val="27336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оцінки персоналу в системі Talent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для HR-директора   ·   приклад: сесія №7   ·   липень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People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Періодичні сесії оцінки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кампанія з датами старту та завершення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форма на працівника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оцінки та коментарі — в одному місці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повноти та статусів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хто ще не заповнив форму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 ролями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бачить лише те, що йому дозволено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презентації — жива сесія №7, наповнена даними.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26280" y="914400"/>
            <a:ext cx="4160520" cy="3794760"/>
          </a:xfrm>
          <a:prstGeom prst="roundRect">
            <a:avLst>
              <a:gd name="adj" fmla="val 1446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914400"/>
            <a:ext cx="38862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екран сесії №7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/people_review/7 — список працівників сесії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оцінки: що всередині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509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Особисті та професійні дані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посада, підрозділ, стаж — контекст оцінювання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007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Виміри (компетенції)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 працівника за визначеними вимірами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конкретні факти, що обґрунтовують кожну оцінку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Пропонований рівень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рівень, який пропонує оцінювач за підсумком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502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розвитку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та кроки розвитку після сесії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914400"/>
            <a:ext cx="4160520" cy="1810512"/>
          </a:xfrm>
          <a:prstGeom prst="roundRect">
            <a:avLst>
              <a:gd name="adj" fmla="val 3030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663440" y="914400"/>
            <a:ext cx="38862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Форма: виміри та факти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оцінки за компетенціями + факти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4160520" cy="1810512"/>
          </a:xfrm>
          <a:prstGeom prst="roundRect">
            <a:avLst>
              <a:gd name="adj" fmla="val 3030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663440" y="2880360"/>
            <a:ext cx="38862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Форма: рівень і план розвитку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пропонований рівень + план розвитку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Ролі доступу: хто що бачить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«Тільки я»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Працівник бачить лише власну форму. Форми колег недоступні.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2404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5284" y="1097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90772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«Oversight»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5284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Бачить і заповнює форми лише тих працівників, які призначили його своїм oversight-менеджером.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0488" y="1097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5976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«Супервізор»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0488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Бачить усі форми сесії — повна картина по компанії.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 oversight-менеджера — в адмін-панелі (process roles).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" y="3182112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екран очима трьох ролей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only_me · oversight · supervisor — три вікна поруч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Звіти: PDF та HTML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матеріали для HR-комітету та презентацій керівництву — одним кліком, без ручного зведення таблиць.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PDF-звіт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друк, роздатка, слайди для комітету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F3F6FB"/>
          </a:solidFill>
          <a:ln w="15875">
            <a:solidFill>
              <a:srgbClr val="8FA3C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00600" y="13716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HTML-звіт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перегляд у браузері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офіційний документ: друк і додаток до презентації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живий перегляд результатів без встановлення програм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Зрізи по підрозділах і вимірах — база для HR-аналітики та презентацій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проти Google/Excel-таблиць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4160520" cy="3749040"/>
          </a:xfrm>
          <a:prstGeom prst="roundRect">
            <a:avLst>
              <a:gd name="adj" fmla="val 17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— переваги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 ролями — рядок бачить лише той, кому можна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джерело правди — без «final_v7.xlsx»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Довідники й валідація — без зламаних формул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змін: хто, що, коли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Двомовність: укр / eng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Звіти для HR: PDF/HTML, порівняння між сесіями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932688"/>
            <a:ext cx="3794760" cy="1783080"/>
          </a:xfrm>
          <a:prstGeom prst="roundRect">
            <a:avLst>
              <a:gd name="adj" fmla="val 359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060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Таблиці — сильні сторони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3898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старт, нуль розробки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гнучкі ad-hoc формули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знайомий усім інструмент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2898648"/>
            <a:ext cx="3794760" cy="1783080"/>
          </a:xfrm>
          <a:prstGeom prst="roundRect">
            <a:avLst>
              <a:gd name="adj" fmla="val 359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— обмеження (чесно)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355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функції — через розробника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коротке навчання користувачів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свободи для ad-hoc розрахунків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566160"/>
            <a:ext cx="3108960" cy="3108960"/>
          </a:xfrm>
          <a:prstGeom prst="ellipse">
            <a:avLst/>
          </a:prstGeom>
          <a:solidFill>
            <a:srgbClr val="2733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для HR-директора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7336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ролі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конфіденційність без ручного контролю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7336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+ HTML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звіти для комітету одним кліком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7336F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укр · eng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двомовний інтерфейс і повідомлення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Контрольований і конфіденційний процес оцінки — замість хаосу таблиць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Структуровані дані — готові до аналітики та порівняння між сесіями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крок: пілот на сесії №7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Review — модуль оцінки персоналу</dc:title>
  <dc:subject>PptxGenJS Presentation</dc:subject>
  <dc:creator>Talent</dc:creator>
  <cp:lastModifiedBy>Talent</cp:lastModifiedBy>
  <cp:revision>1</cp:revision>
  <dcterms:created xsi:type="dcterms:W3CDTF">2026-07-07T06:25:05Z</dcterms:created>
  <dcterms:modified xsi:type="dcterms:W3CDTF">2026-07-07T06:25:05Z</dcterms:modified>
</cp:coreProperties>
</file>